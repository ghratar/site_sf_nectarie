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Asociația Sfântul Nectarie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model integrativ de sprijin pentru pacienții oncologici</a:t>
            </a:r>
          </a:p>
          <a:p>
            <a:r>
              <a:t>Inspirat de modelul Pep’s Rosiers Dijon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Cine suntem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Asociația Sfântul Nectarie este o organizație nonguvernamentală fondată în 2007, care oferă suport informațional, psihologic și social persoanelor diagnosticate cu afecțiuni oncologice și familiilor acestora.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identificată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Tratamentul medical nu acoperă toate nevoile pacienților oncologici.</a:t>
            </a:r>
          </a:p>
          <a:p>
            <a:r>
              <a:t>Izolarea socială, anxietatea și dificultățile de reintegrare sunt frecvent întâlnite.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Modelul de inspirație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Modelul Pep’s Rosiers Dijon oferă un exemplu de spațiu comunitar deschis, care combină sprijinul social, activitățile educaționale și reconectarea cu viața activă.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ne propunem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Dezvoltarea unui centru comunitar pentru pacienți oncologici și aparținători, cu activități terapeutice, educaționale și de socializare.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Impactul așteptat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Creșterea calității vieții beneficiarilor, reducerea izolării sociale și dezvoltarea unui model sustenabil și replicabil de îngrijire integrativă.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